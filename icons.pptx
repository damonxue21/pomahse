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9A69"/>
    <a:srgbClr val="FDBE69"/>
    <a:srgbClr val="F7B06F"/>
    <a:srgbClr val="D92727"/>
    <a:srgbClr val="E4421C"/>
    <a:srgbClr val="FA0606"/>
    <a:srgbClr val="FFFFFF"/>
    <a:srgbClr val="FFD767"/>
    <a:srgbClr val="F9AE07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125" d="100"/>
          <a:sy n="125" d="100"/>
        </p:scale>
        <p:origin x="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5612DE-99FE-BE41-0ADD-79EC5F660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3F38C4-7E66-6E69-F358-567EDA23A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58D213-BEA5-54E3-5A0D-8C3FD7F23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E1CC45-C545-955A-BB64-5B45D162A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89A975-2038-444F-9B1E-638BDE7B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8804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9155F1-8AA7-CAA6-98DA-77860E38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B339D2-C94C-F47B-6BC4-447015679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525B77-A2FE-56F2-422A-2D64A100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D9589B-2095-DDB6-F41E-63A5713F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744AF0-0967-E796-22FA-3D593D5A0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809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69B86C-9ECD-9E61-DD1B-F0B49AA5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93FBB0-AFCB-2701-2642-C60D379FD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883F8E-289B-4F61-25CA-7C2F9D41D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54676C-AFB9-DE77-A71E-7E6CE79BC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767425-AF03-B507-AD99-5197E8D45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738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5493A2-8D62-735D-7550-559142667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625402-F326-55E5-D068-961E1628DA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FDD3DD-A589-2645-CE75-6A86293E48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6034CB-2E79-4F45-73A4-A1D670F95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D673DD6-E675-7F51-6719-F811FCB6C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5808076-642F-4E66-B974-B43F9BA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447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58B474-6577-5CEC-E197-2CF6BE890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9B7AECA-4658-E14D-DD2D-EE27457F5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C366FD-4CDB-DC73-8843-9B48D5296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94F608-6FA4-B475-EEB8-7F4D760BCF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9EE9291-C048-AD0D-2E7A-F162E753EB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D18C0A4-C299-4BF4-BD8A-76B6A46BB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962601D-539E-D761-B7BC-BB8AC2BE9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194C9EB-2D20-88AF-54C6-5EC4C7E32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8870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F472EB-C585-478E-7A65-EF7B9EDF2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7967FB3-95AD-ED78-8EB9-C9DB3438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C3CF629-33B1-BCB0-4C11-B87899930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346581-AA12-8A52-73A7-D91D66727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868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6A17F48-1763-0C75-D251-8D9FEE637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1BE004B-F55B-D0BC-A01D-B61ED45DC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74A37D4-8A2E-64E8-8F5A-B2ECCBEAB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579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20957A-D72B-A5D2-86D6-226A2FDFF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992781-DFEE-5E3B-22F5-B9CDB6D99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3F98C4A-E300-CEEF-AC6E-E718518032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78370F-768C-07FE-5702-254A4605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D94069-BD9D-F03C-3604-5F2C69FB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0FA596-AD09-F584-35AB-49022E7E9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0567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18EA67-DFB5-B7E1-3F97-9B3660E67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FFB3741-AE2F-FBEB-5A60-9603883E88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F721B1-A52F-2912-9BA5-EE7FD737AE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FC53CA2-3B70-21D3-9A4F-50695C41C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2439D1-E0E0-B222-7617-A948C5CB1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1562469-F56F-2DDF-F4B4-81A538A7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3051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CAC08E-7690-7DE2-C465-D05790AF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276314-C627-95F3-4516-D145A5FF7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59B6BA-38DF-BBFE-443E-169678BED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9A1B40-2F99-0006-7908-9CED1373F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695701-AE4D-08FB-23F6-74912B5A3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7465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0DFD1F-76A5-2050-5BC6-CBAB88EBD4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852C5F-C8F8-875A-1DF8-B463938310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ED69D9-D920-E795-F6B6-9C5450E87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7FC29E-7CAC-839F-89B2-2A830D44D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624D8A-4109-3E98-B8A0-2AACB10D2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970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A247F4E-7187-649C-CD62-A12FF79E8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4D9B5C-F353-48F0-0F7A-FE130D6A0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3DFF75-5D69-5703-7E8F-6404F76114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8BCFC8-857E-7066-1863-4369EAAC5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945F6B-C1B1-2E00-14C2-A14A557BC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3041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0E800903-0FD8-78BC-CE71-7ED8BC065C52}"/>
              </a:ext>
            </a:extLst>
          </p:cNvPr>
          <p:cNvSpPr/>
          <p:nvPr/>
        </p:nvSpPr>
        <p:spPr>
          <a:xfrm>
            <a:off x="644376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9707F40A-844C-3DEF-CAB8-1AB681B1C5D5}"/>
              </a:ext>
            </a:extLst>
          </p:cNvPr>
          <p:cNvSpPr/>
          <p:nvPr/>
        </p:nvSpPr>
        <p:spPr>
          <a:xfrm>
            <a:off x="2043926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4E535863-2F9C-1DF2-2B9B-B55339661FC4}"/>
              </a:ext>
            </a:extLst>
          </p:cNvPr>
          <p:cNvSpPr txBox="1"/>
          <p:nvPr/>
        </p:nvSpPr>
        <p:spPr>
          <a:xfrm>
            <a:off x="666064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Time trial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F3EBF49-191F-9968-DF2F-702E6EBA0FEA}"/>
              </a:ext>
            </a:extLst>
          </p:cNvPr>
          <p:cNvSpPr txBox="1"/>
          <p:nvPr/>
        </p:nvSpPr>
        <p:spPr>
          <a:xfrm>
            <a:off x="2386957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2" name="任意多边形: 形状 71">
            <a:extLst>
              <a:ext uri="{FF2B5EF4-FFF2-40B4-BE49-F238E27FC236}">
                <a16:creationId xmlns:a16="http://schemas.microsoft.com/office/drawing/2014/main" id="{11995F9C-DEF3-7121-663F-25F1A4E78EA0}"/>
              </a:ext>
            </a:extLst>
          </p:cNvPr>
          <p:cNvSpPr/>
          <p:nvPr/>
        </p:nvSpPr>
        <p:spPr>
          <a:xfrm>
            <a:off x="644376" y="131841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3" name="任意多边形: 形状 72">
            <a:extLst>
              <a:ext uri="{FF2B5EF4-FFF2-40B4-BE49-F238E27FC236}">
                <a16:creationId xmlns:a16="http://schemas.microsoft.com/office/drawing/2014/main" id="{4F7E89D5-89F7-605F-E2B1-0E94E27FAB37}"/>
              </a:ext>
            </a:extLst>
          </p:cNvPr>
          <p:cNvSpPr/>
          <p:nvPr/>
        </p:nvSpPr>
        <p:spPr>
          <a:xfrm>
            <a:off x="2043926" y="131841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604B547-5E5C-6E83-E170-43A531ACFDCC}"/>
              </a:ext>
            </a:extLst>
          </p:cNvPr>
          <p:cNvSpPr txBox="1"/>
          <p:nvPr/>
        </p:nvSpPr>
        <p:spPr>
          <a:xfrm>
            <a:off x="666064" y="146381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Aim for more damage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A290A9A2-7279-F2EA-C8E6-CE3BEB1A313D}"/>
              </a:ext>
            </a:extLst>
          </p:cNvPr>
          <p:cNvSpPr txBox="1"/>
          <p:nvPr/>
        </p:nvSpPr>
        <p:spPr>
          <a:xfrm>
            <a:off x="2386957" y="146381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6" name="任意多边形: 形状 75">
            <a:extLst>
              <a:ext uri="{FF2B5EF4-FFF2-40B4-BE49-F238E27FC236}">
                <a16:creationId xmlns:a16="http://schemas.microsoft.com/office/drawing/2014/main" id="{3390207D-8820-ED2C-3F8E-F82129E3F17D}"/>
              </a:ext>
            </a:extLst>
          </p:cNvPr>
          <p:cNvSpPr/>
          <p:nvPr/>
        </p:nvSpPr>
        <p:spPr>
          <a:xfrm>
            <a:off x="647039" y="21029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A7172FF9-FE92-0BB0-FBE2-67B9509E0D90}"/>
              </a:ext>
            </a:extLst>
          </p:cNvPr>
          <p:cNvSpPr/>
          <p:nvPr/>
        </p:nvSpPr>
        <p:spPr>
          <a:xfrm>
            <a:off x="2046589" y="210291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94F3E13F-6BC1-AB1A-7117-C8C74DD71DD4}"/>
              </a:ext>
            </a:extLst>
          </p:cNvPr>
          <p:cNvSpPr txBox="1"/>
          <p:nvPr/>
        </p:nvSpPr>
        <p:spPr>
          <a:xfrm>
            <a:off x="668727" y="2248319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attacks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9870E2AF-4779-7B65-794E-C7F52B25C913}"/>
              </a:ext>
            </a:extLst>
          </p:cNvPr>
          <p:cNvSpPr txBox="1"/>
          <p:nvPr/>
        </p:nvSpPr>
        <p:spPr>
          <a:xfrm>
            <a:off x="2389620" y="224831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4074D193-5721-24DF-FF9E-BB9C81861FEE}"/>
              </a:ext>
            </a:extLst>
          </p:cNvPr>
          <p:cNvSpPr/>
          <p:nvPr/>
        </p:nvSpPr>
        <p:spPr>
          <a:xfrm>
            <a:off x="644376" y="28874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DAB739B2-54FE-432D-6DDD-77BBF1B03425}"/>
              </a:ext>
            </a:extLst>
          </p:cNvPr>
          <p:cNvSpPr/>
          <p:nvPr/>
        </p:nvSpPr>
        <p:spPr>
          <a:xfrm>
            <a:off x="2043926" y="28874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C5E18B1-61BA-B0C4-4C7C-3A725CD485AD}"/>
              </a:ext>
            </a:extLst>
          </p:cNvPr>
          <p:cNvSpPr txBox="1"/>
          <p:nvPr/>
        </p:nvSpPr>
        <p:spPr>
          <a:xfrm>
            <a:off x="666064" y="3032821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Remaining HP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1F47A7-0BC5-2261-04B6-22E192C0EDA1}"/>
              </a:ext>
            </a:extLst>
          </p:cNvPr>
          <p:cNvSpPr txBox="1"/>
          <p:nvPr/>
        </p:nvSpPr>
        <p:spPr>
          <a:xfrm>
            <a:off x="2386957" y="30328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C142FFCB-1CF9-EC20-6CB5-D7C7E398424C}"/>
              </a:ext>
            </a:extLst>
          </p:cNvPr>
          <p:cNvSpPr/>
          <p:nvPr/>
        </p:nvSpPr>
        <p:spPr>
          <a:xfrm>
            <a:off x="644376" y="3701907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C711745E-DABD-E50B-4B40-0C1B2558A0EE}"/>
              </a:ext>
            </a:extLst>
          </p:cNvPr>
          <p:cNvSpPr/>
          <p:nvPr/>
        </p:nvSpPr>
        <p:spPr>
          <a:xfrm>
            <a:off x="2043926" y="370190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4F50202A-D222-A142-DD7D-27130B7750C2}"/>
              </a:ext>
            </a:extLst>
          </p:cNvPr>
          <p:cNvSpPr txBox="1"/>
          <p:nvPr/>
        </p:nvSpPr>
        <p:spPr>
          <a:xfrm>
            <a:off x="666064" y="3847310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increases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8CBBCF01-F4B1-E68C-2F97-8960D6E0D9F5}"/>
              </a:ext>
            </a:extLst>
          </p:cNvPr>
          <p:cNvSpPr txBox="1"/>
          <p:nvPr/>
        </p:nvSpPr>
        <p:spPr>
          <a:xfrm>
            <a:off x="2386957" y="384731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6D2F1771-5A35-F871-04A0-C25B593EF998}"/>
              </a:ext>
            </a:extLst>
          </p:cNvPr>
          <p:cNvSpPr/>
          <p:nvPr/>
        </p:nvSpPr>
        <p:spPr>
          <a:xfrm>
            <a:off x="644376" y="454638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B448EBCB-21AD-926C-C301-3B82EF9F9EA6}"/>
              </a:ext>
            </a:extLst>
          </p:cNvPr>
          <p:cNvSpPr/>
          <p:nvPr/>
        </p:nvSpPr>
        <p:spPr>
          <a:xfrm>
            <a:off x="2043926" y="454638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CFAB19E-417A-BC94-A916-AA167F0749EC}"/>
              </a:ext>
            </a:extLst>
          </p:cNvPr>
          <p:cNvSpPr txBox="1"/>
          <p:nvPr/>
        </p:nvSpPr>
        <p:spPr>
          <a:xfrm>
            <a:off x="666064" y="4691786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decreases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A4041CD2-3A44-90E5-4F8D-82582669D0AB}"/>
              </a:ext>
            </a:extLst>
          </p:cNvPr>
          <p:cNvSpPr txBox="1"/>
          <p:nvPr/>
        </p:nvSpPr>
        <p:spPr>
          <a:xfrm>
            <a:off x="2386957" y="469178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549CD7AF-C5A9-5604-9340-4BB5CA25E71B}"/>
              </a:ext>
            </a:extLst>
          </p:cNvPr>
          <p:cNvSpPr/>
          <p:nvPr/>
        </p:nvSpPr>
        <p:spPr>
          <a:xfrm>
            <a:off x="6620706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71484C59-C981-A2F1-1976-0F4D222533DD}"/>
              </a:ext>
            </a:extLst>
          </p:cNvPr>
          <p:cNvSpPr/>
          <p:nvPr/>
        </p:nvSpPr>
        <p:spPr>
          <a:xfrm>
            <a:off x="8016023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D5D09F6-4336-C543-A592-9C62D6887CE6}"/>
              </a:ext>
            </a:extLst>
          </p:cNvPr>
          <p:cNvSpPr txBox="1"/>
          <p:nvPr/>
        </p:nvSpPr>
        <p:spPr>
          <a:xfrm>
            <a:off x="6642394" y="61006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Confusion: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1 or more </a:t>
            </a:r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8772A3A-E0A4-0989-F2C9-D58BE58E00D6}"/>
              </a:ext>
            </a:extLst>
          </p:cNvPr>
          <p:cNvSpPr txBox="1"/>
          <p:nvPr/>
        </p:nvSpPr>
        <p:spPr>
          <a:xfrm>
            <a:off x="8326465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0401A28B-5CF5-706C-EE90-C39864ABA190}"/>
              </a:ext>
            </a:extLst>
          </p:cNvPr>
          <p:cNvSpPr/>
          <p:nvPr/>
        </p:nvSpPr>
        <p:spPr>
          <a:xfrm>
            <a:off x="6642394" y="1580549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C2384B70-CC09-E31E-1B97-A58C395426B1}"/>
              </a:ext>
            </a:extLst>
          </p:cNvPr>
          <p:cNvSpPr/>
          <p:nvPr/>
        </p:nvSpPr>
        <p:spPr>
          <a:xfrm>
            <a:off x="8037711" y="157923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69313AC-5813-93C2-51F7-4D4AF4D3F273}"/>
              </a:ext>
            </a:extLst>
          </p:cNvPr>
          <p:cNvSpPr txBox="1"/>
          <p:nvPr/>
        </p:nvSpPr>
        <p:spPr>
          <a:xfrm>
            <a:off x="6664082" y="1655386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Main Character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or Gym Leader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B95A4C97-F803-FC2A-2D2B-6718CAAAAACD}"/>
              </a:ext>
            </a:extLst>
          </p:cNvPr>
          <p:cNvSpPr txBox="1"/>
          <p:nvPr/>
        </p:nvSpPr>
        <p:spPr>
          <a:xfrm>
            <a:off x="8348153" y="172463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77334BD1-5C98-899B-6F68-E2917BF1CEBF}"/>
              </a:ext>
            </a:extLst>
          </p:cNvPr>
          <p:cNvSpPr/>
          <p:nvPr/>
        </p:nvSpPr>
        <p:spPr>
          <a:xfrm>
            <a:off x="3336964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D3CB0EDF-6DDE-4027-D28A-CCB93C8C750B}"/>
              </a:ext>
            </a:extLst>
          </p:cNvPr>
          <p:cNvSpPr/>
          <p:nvPr/>
        </p:nvSpPr>
        <p:spPr>
          <a:xfrm>
            <a:off x="4736514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794EACA-7D91-CF8F-2189-ACD3464CF939}"/>
              </a:ext>
            </a:extLst>
          </p:cNvPr>
          <p:cNvSpPr txBox="1"/>
          <p:nvPr/>
        </p:nvSpPr>
        <p:spPr>
          <a:xfrm>
            <a:off x="3358652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计时战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8615E49A-DB74-8441-E4E1-9C385E0D92FF}"/>
              </a:ext>
            </a:extLst>
          </p:cNvPr>
          <p:cNvSpPr txBox="1"/>
          <p:nvPr/>
        </p:nvSpPr>
        <p:spPr>
          <a:xfrm>
            <a:off x="5079545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53C05153-B72F-1AA9-870D-F9E371581C02}"/>
              </a:ext>
            </a:extLst>
          </p:cNvPr>
          <p:cNvSpPr/>
          <p:nvPr/>
        </p:nvSpPr>
        <p:spPr>
          <a:xfrm>
            <a:off x="3336964" y="131841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254D0185-1F37-5166-8C17-B57C030B045E}"/>
              </a:ext>
            </a:extLst>
          </p:cNvPr>
          <p:cNvSpPr/>
          <p:nvPr/>
        </p:nvSpPr>
        <p:spPr>
          <a:xfrm>
            <a:off x="4736514" y="131841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B320F369-0946-20AA-D6F9-03DE99FE1292}"/>
              </a:ext>
            </a:extLst>
          </p:cNvPr>
          <p:cNvSpPr txBox="1"/>
          <p:nvPr/>
        </p:nvSpPr>
        <p:spPr>
          <a:xfrm>
            <a:off x="3358652" y="146381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给予极大伤害吧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6036E43F-CC2C-1371-568C-39EE4B589182}"/>
              </a:ext>
            </a:extLst>
          </p:cNvPr>
          <p:cNvSpPr txBox="1"/>
          <p:nvPr/>
        </p:nvSpPr>
        <p:spPr>
          <a:xfrm>
            <a:off x="5079545" y="146381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0" name="任意多边形: 形状 109">
            <a:extLst>
              <a:ext uri="{FF2B5EF4-FFF2-40B4-BE49-F238E27FC236}">
                <a16:creationId xmlns:a16="http://schemas.microsoft.com/office/drawing/2014/main" id="{FB0F98EC-890A-557A-11ED-379C309B46D4}"/>
              </a:ext>
            </a:extLst>
          </p:cNvPr>
          <p:cNvSpPr/>
          <p:nvPr/>
        </p:nvSpPr>
        <p:spPr>
          <a:xfrm>
            <a:off x="3339627" y="21029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1" name="任意多边形: 形状 110">
            <a:extLst>
              <a:ext uri="{FF2B5EF4-FFF2-40B4-BE49-F238E27FC236}">
                <a16:creationId xmlns:a16="http://schemas.microsoft.com/office/drawing/2014/main" id="{600861B9-6EBA-6932-7677-37968FD5DF45}"/>
              </a:ext>
            </a:extLst>
          </p:cNvPr>
          <p:cNvSpPr/>
          <p:nvPr/>
        </p:nvSpPr>
        <p:spPr>
          <a:xfrm>
            <a:off x="4739177" y="210291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A69BD26-975D-3317-7357-2777388F9AA6}"/>
              </a:ext>
            </a:extLst>
          </p:cNvPr>
          <p:cNvSpPr txBox="1"/>
          <p:nvPr/>
        </p:nvSpPr>
        <p:spPr>
          <a:xfrm>
            <a:off x="3361315" y="2248319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多多攻击吧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13410363-0745-B5B6-D24D-587D60CA3CFF}"/>
              </a:ext>
            </a:extLst>
          </p:cNvPr>
          <p:cNvSpPr txBox="1"/>
          <p:nvPr/>
        </p:nvSpPr>
        <p:spPr>
          <a:xfrm>
            <a:off x="5082208" y="224831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29458E0E-0C5A-E0F4-7B19-DBC6D958B8F9}"/>
              </a:ext>
            </a:extLst>
          </p:cNvPr>
          <p:cNvSpPr/>
          <p:nvPr/>
        </p:nvSpPr>
        <p:spPr>
          <a:xfrm>
            <a:off x="3336964" y="28874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E0887650-7B71-E6A1-5EC2-AF1549198F77}"/>
              </a:ext>
            </a:extLst>
          </p:cNvPr>
          <p:cNvSpPr/>
          <p:nvPr/>
        </p:nvSpPr>
        <p:spPr>
          <a:xfrm>
            <a:off x="4736514" y="28874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5BE2BF9-66B3-B946-BCC1-010F3B9A61CC}"/>
              </a:ext>
            </a:extLst>
          </p:cNvPr>
          <p:cNvSpPr txBox="1"/>
          <p:nvPr/>
        </p:nvSpPr>
        <p:spPr>
          <a:xfrm>
            <a:off x="3358652" y="3032821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剩余</a:t>
            </a:r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HP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034A0D4-5D27-2804-FFBA-46C4A6A0BCCF}"/>
              </a:ext>
            </a:extLst>
          </p:cNvPr>
          <p:cNvSpPr txBox="1"/>
          <p:nvPr/>
        </p:nvSpPr>
        <p:spPr>
          <a:xfrm>
            <a:off x="5079545" y="30328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82B21C7-7573-9C58-CB3F-F53551DC4738}"/>
              </a:ext>
            </a:extLst>
          </p:cNvPr>
          <p:cNvSpPr/>
          <p:nvPr/>
        </p:nvSpPr>
        <p:spPr>
          <a:xfrm>
            <a:off x="3336964" y="3701907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E4450886-5439-80F5-6E19-C7619E2A3D49}"/>
              </a:ext>
            </a:extLst>
          </p:cNvPr>
          <p:cNvSpPr/>
          <p:nvPr/>
        </p:nvSpPr>
        <p:spPr>
          <a:xfrm>
            <a:off x="4736514" y="370190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9B6AB082-59B0-88EC-2245-6402A909E093}"/>
              </a:ext>
            </a:extLst>
          </p:cNvPr>
          <p:cNvSpPr txBox="1"/>
          <p:nvPr/>
        </p:nvSpPr>
        <p:spPr>
          <a:xfrm>
            <a:off x="3358652" y="3847310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increases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1B210574-A369-A97F-2CE7-F7BEF3DA27F0}"/>
              </a:ext>
            </a:extLst>
          </p:cNvPr>
          <p:cNvSpPr txBox="1"/>
          <p:nvPr/>
        </p:nvSpPr>
        <p:spPr>
          <a:xfrm>
            <a:off x="5079545" y="384731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2" name="任意多边形: 形状 121">
            <a:extLst>
              <a:ext uri="{FF2B5EF4-FFF2-40B4-BE49-F238E27FC236}">
                <a16:creationId xmlns:a16="http://schemas.microsoft.com/office/drawing/2014/main" id="{88988A2A-D02E-57CE-4FB0-E35C961AF781}"/>
              </a:ext>
            </a:extLst>
          </p:cNvPr>
          <p:cNvSpPr/>
          <p:nvPr/>
        </p:nvSpPr>
        <p:spPr>
          <a:xfrm>
            <a:off x="3336964" y="454638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23" name="任意多边形: 形状 122">
            <a:extLst>
              <a:ext uri="{FF2B5EF4-FFF2-40B4-BE49-F238E27FC236}">
                <a16:creationId xmlns:a16="http://schemas.microsoft.com/office/drawing/2014/main" id="{DBA514E3-3234-2362-2435-E81F32ACF72A}"/>
              </a:ext>
            </a:extLst>
          </p:cNvPr>
          <p:cNvSpPr/>
          <p:nvPr/>
        </p:nvSpPr>
        <p:spPr>
          <a:xfrm>
            <a:off x="4736514" y="454638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8CDE971B-B6B7-038D-774B-D8D8F1FF1406}"/>
              </a:ext>
            </a:extLst>
          </p:cNvPr>
          <p:cNvSpPr txBox="1"/>
          <p:nvPr/>
        </p:nvSpPr>
        <p:spPr>
          <a:xfrm>
            <a:off x="3358652" y="4691786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decreases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693E4E8E-F199-41C0-5B72-43BCDA7B3BEC}"/>
              </a:ext>
            </a:extLst>
          </p:cNvPr>
          <p:cNvSpPr txBox="1"/>
          <p:nvPr/>
        </p:nvSpPr>
        <p:spPr>
          <a:xfrm>
            <a:off x="5079545" y="469178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6" name="任意多边形: 形状 125">
            <a:extLst>
              <a:ext uri="{FF2B5EF4-FFF2-40B4-BE49-F238E27FC236}">
                <a16:creationId xmlns:a16="http://schemas.microsoft.com/office/drawing/2014/main" id="{CF23B1CA-BCE1-1DF2-8EC6-C1381324CB4A}"/>
              </a:ext>
            </a:extLst>
          </p:cNvPr>
          <p:cNvSpPr/>
          <p:nvPr/>
        </p:nvSpPr>
        <p:spPr>
          <a:xfrm>
            <a:off x="6544018" y="340905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27" name="任意多边形: 形状 126">
            <a:extLst>
              <a:ext uri="{FF2B5EF4-FFF2-40B4-BE49-F238E27FC236}">
                <a16:creationId xmlns:a16="http://schemas.microsoft.com/office/drawing/2014/main" id="{1028E7DF-A719-D9E5-ADBC-1005FDE7B577}"/>
              </a:ext>
            </a:extLst>
          </p:cNvPr>
          <p:cNvSpPr/>
          <p:nvPr/>
        </p:nvSpPr>
        <p:spPr>
          <a:xfrm>
            <a:off x="7939335" y="340905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51BE935-2FEF-EE72-7D40-1A10E324238C}"/>
              </a:ext>
            </a:extLst>
          </p:cNvPr>
          <p:cNvSpPr txBox="1"/>
          <p:nvPr/>
        </p:nvSpPr>
        <p:spPr>
          <a:xfrm>
            <a:off x="6565706" y="3485209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混乱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一次以上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87DBF40-9915-582A-B343-FC82E8B118A2}"/>
              </a:ext>
            </a:extLst>
          </p:cNvPr>
          <p:cNvSpPr txBox="1"/>
          <p:nvPr/>
        </p:nvSpPr>
        <p:spPr>
          <a:xfrm>
            <a:off x="8249777" y="355445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69156011-DC3F-C356-3E47-9C942969EFFD}"/>
              </a:ext>
            </a:extLst>
          </p:cNvPr>
          <p:cNvSpPr/>
          <p:nvPr/>
        </p:nvSpPr>
        <p:spPr>
          <a:xfrm>
            <a:off x="6565706" y="445569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7B8470AA-3781-599E-3A11-2F04361C99D4}"/>
              </a:ext>
            </a:extLst>
          </p:cNvPr>
          <p:cNvSpPr/>
          <p:nvPr/>
        </p:nvSpPr>
        <p:spPr>
          <a:xfrm>
            <a:off x="7961023" y="445437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326C785-7EC4-58C7-FD5E-5C24B06D9499}"/>
              </a:ext>
            </a:extLst>
          </p:cNvPr>
          <p:cNvSpPr txBox="1"/>
          <p:nvPr/>
        </p:nvSpPr>
        <p:spPr>
          <a:xfrm>
            <a:off x="6587394" y="4530530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主角或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道馆馆主</a:t>
            </a: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0EF4592F-BA48-62E4-4D27-D113FDB539CD}"/>
              </a:ext>
            </a:extLst>
          </p:cNvPr>
          <p:cNvSpPr txBox="1"/>
          <p:nvPr/>
        </p:nvSpPr>
        <p:spPr>
          <a:xfrm>
            <a:off x="8271465" y="459978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1540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103</Words>
  <Application>Microsoft Office PowerPoint</Application>
  <PresentationFormat>宽屏</PresentationFormat>
  <Paragraphs>36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Comic Sans MS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劭华 薛</dc:creator>
  <cp:lastModifiedBy>劭华 薛</cp:lastModifiedBy>
  <cp:revision>6</cp:revision>
  <dcterms:created xsi:type="dcterms:W3CDTF">2025-12-20T08:47:33Z</dcterms:created>
  <dcterms:modified xsi:type="dcterms:W3CDTF">2025-12-20T09:33:44Z</dcterms:modified>
</cp:coreProperties>
</file>
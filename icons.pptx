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A69"/>
    <a:srgbClr val="FDBE69"/>
    <a:srgbClr val="F7B06F"/>
    <a:srgbClr val="D92727"/>
    <a:srgbClr val="E4421C"/>
    <a:srgbClr val="FA0606"/>
    <a:srgbClr val="FFFFFF"/>
    <a:srgbClr val="FFD767"/>
    <a:srgbClr val="F9AE07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612DE-99FE-BE41-0ADD-79EC5F660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3F38C4-7E66-6E69-F358-567EDA23A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8D213-BEA5-54E3-5A0D-8C3FD7F2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1CC45-C545-955A-BB64-5B45D162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9A975-2038-444F-9B1E-638BDE7B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80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155F1-8AA7-CAA6-98DA-77860E38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339D2-C94C-F47B-6BC4-447015679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25B77-A2FE-56F2-422A-2D64A100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9589B-2095-DDB6-F41E-63A5713F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744AF0-0967-E796-22FA-3D593D5A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0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9B86C-9ECD-9E61-DD1B-F0B49AA5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93FBB0-AFCB-2701-2642-C60D379FD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83F8E-289B-4F61-25CA-7C2F9D41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4676C-AFB9-DE77-A71E-7E6CE79B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67425-AF03-B507-AD99-5197E8D4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73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493A2-8D62-735D-7550-55914266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25402-F326-55E5-D068-961E1628D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FDD3DD-A589-2645-CE75-6A86293E4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034CB-2E79-4F45-73A4-A1D670F9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673DD6-E675-7F51-6719-F811FCB6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08076-642F-4E66-B974-B43F9BA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4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8B474-6577-5CEC-E197-2CF6BE89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7AECA-4658-E14D-DD2D-EE27457F5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366FD-4CDB-DC73-8843-9B48D5296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94F608-6FA4-B475-EEB8-7F4D760BC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EE9291-C048-AD0D-2E7A-F162E753E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18C0A4-C299-4BF4-BD8A-76B6A46B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62601D-539E-D761-B7BC-BB8AC2BE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94C9EB-2D20-88AF-54C6-5EC4C7E3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87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472EB-C585-478E-7A65-EF7B9EDF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967FB3-95AD-ED78-8EB9-C9DB3438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3CF629-33B1-BCB0-4C11-B87899930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346581-AA12-8A52-73A7-D91D6672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68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A17F48-1763-0C75-D251-8D9FEE63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BE004B-F55B-D0BC-A01D-B61ED45D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4A37D4-8A2E-64E8-8F5A-B2ECCBEA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7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0957A-D72B-A5D2-86D6-226A2FDF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92781-DFEE-5E3B-22F5-B9CDB6D99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98C4A-E300-CEEF-AC6E-E71851803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8370F-768C-07FE-5702-254A4605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94069-BD9D-F03C-3604-5F2C69FB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FA596-AD09-F584-35AB-49022E7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56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8EA67-DFB5-B7E1-3F97-9B3660E6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FB3741-AE2F-FBEB-5A60-9603883E8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F721B1-A52F-2912-9BA5-EE7FD737A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C53CA2-3B70-21D3-9A4F-50695C41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2439D1-E0E0-B222-7617-A948C5CB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62469-F56F-2DDF-F4B4-81A538A7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05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AC08E-7690-7DE2-C465-D05790AF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276314-C627-95F3-4516-D145A5FF7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9B6BA-38DF-BBFE-443E-169678BE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A1B40-2F99-0006-7908-9CED1373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695701-AE4D-08FB-23F6-74912B5A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6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0DFD1F-76A5-2050-5BC6-CBAB88EBD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852C5F-C8F8-875A-1DF8-B46393831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D69D9-D920-E795-F6B6-9C5450E8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FC29E-7CAC-839F-89B2-2A830D44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624D8A-4109-3E98-B8A0-2AACB10D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7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247F4E-7187-649C-CD62-A12FF79E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D9B5C-F353-48F0-0F7A-FE130D6A0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DFF75-5D69-5703-7E8F-6404F7611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9CB0-7415-427D-B2A0-B916689A0D92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BCFC8-857E-7066-1863-4369EAAC5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45F6B-C1B1-2E00-14C2-A14A557BC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CBFA8-CA89-412D-B1DB-3B73DD8FF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0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E800903-0FD8-78BC-CE71-7ED8BC065C52}"/>
              </a:ext>
            </a:extLst>
          </p:cNvPr>
          <p:cNvSpPr/>
          <p:nvPr/>
        </p:nvSpPr>
        <p:spPr>
          <a:xfrm>
            <a:off x="644376" y="53391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9707F40A-844C-3DEF-CAB8-1AB681B1C5D5}"/>
              </a:ext>
            </a:extLst>
          </p:cNvPr>
          <p:cNvSpPr/>
          <p:nvPr/>
        </p:nvSpPr>
        <p:spPr>
          <a:xfrm>
            <a:off x="2043926" y="533912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535863-2F9C-1DF2-2B9B-B55339661FC4}"/>
              </a:ext>
            </a:extLst>
          </p:cNvPr>
          <p:cNvSpPr txBox="1"/>
          <p:nvPr/>
        </p:nvSpPr>
        <p:spPr>
          <a:xfrm>
            <a:off x="666064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trial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F3EBF49-191F-9968-DF2F-702E6EBA0FEA}"/>
              </a:ext>
            </a:extLst>
          </p:cNvPr>
          <p:cNvSpPr txBox="1"/>
          <p:nvPr/>
        </p:nvSpPr>
        <p:spPr>
          <a:xfrm>
            <a:off x="2386957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11995F9C-DEF3-7121-663F-25F1A4E78EA0}"/>
              </a:ext>
            </a:extLst>
          </p:cNvPr>
          <p:cNvSpPr/>
          <p:nvPr/>
        </p:nvSpPr>
        <p:spPr>
          <a:xfrm>
            <a:off x="644376" y="1318414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4F7E89D5-89F7-605F-E2B1-0E94E27FAB37}"/>
              </a:ext>
            </a:extLst>
          </p:cNvPr>
          <p:cNvSpPr/>
          <p:nvPr/>
        </p:nvSpPr>
        <p:spPr>
          <a:xfrm>
            <a:off x="2043926" y="1318414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604B547-5E5C-6E83-E170-43A531ACFDCC}"/>
              </a:ext>
            </a:extLst>
          </p:cNvPr>
          <p:cNvSpPr txBox="1"/>
          <p:nvPr/>
        </p:nvSpPr>
        <p:spPr>
          <a:xfrm>
            <a:off x="666064" y="1463817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Aim for more damage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290A9A2-7279-F2EA-C8E6-CE3BEB1A313D}"/>
              </a:ext>
            </a:extLst>
          </p:cNvPr>
          <p:cNvSpPr txBox="1"/>
          <p:nvPr/>
        </p:nvSpPr>
        <p:spPr>
          <a:xfrm>
            <a:off x="2386957" y="1463817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3390207D-8820-ED2C-3F8E-F82129E3F17D}"/>
              </a:ext>
            </a:extLst>
          </p:cNvPr>
          <p:cNvSpPr/>
          <p:nvPr/>
        </p:nvSpPr>
        <p:spPr>
          <a:xfrm>
            <a:off x="647039" y="2102916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A7172FF9-FE92-0BB0-FBE2-67B9509E0D90}"/>
              </a:ext>
            </a:extLst>
          </p:cNvPr>
          <p:cNvSpPr/>
          <p:nvPr/>
        </p:nvSpPr>
        <p:spPr>
          <a:xfrm>
            <a:off x="2046589" y="2102916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4F3E13F-6BC1-AB1A-7117-C8C74DD71DD4}"/>
              </a:ext>
            </a:extLst>
          </p:cNvPr>
          <p:cNvSpPr txBox="1"/>
          <p:nvPr/>
        </p:nvSpPr>
        <p:spPr>
          <a:xfrm>
            <a:off x="668727" y="2248319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More attacks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870E2AF-4779-7B65-794E-C7F52B25C913}"/>
              </a:ext>
            </a:extLst>
          </p:cNvPr>
          <p:cNvSpPr txBox="1"/>
          <p:nvPr/>
        </p:nvSpPr>
        <p:spPr>
          <a:xfrm>
            <a:off x="2389620" y="2248319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4074D193-5721-24DF-FF9E-BB9C81861FEE}"/>
              </a:ext>
            </a:extLst>
          </p:cNvPr>
          <p:cNvSpPr/>
          <p:nvPr/>
        </p:nvSpPr>
        <p:spPr>
          <a:xfrm>
            <a:off x="644376" y="2887418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DAB739B2-54FE-432D-6DDD-77BBF1B03425}"/>
              </a:ext>
            </a:extLst>
          </p:cNvPr>
          <p:cNvSpPr/>
          <p:nvPr/>
        </p:nvSpPr>
        <p:spPr>
          <a:xfrm>
            <a:off x="2043926" y="2887418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C5E18B1-61BA-B0C4-4C7C-3A725CD485AD}"/>
              </a:ext>
            </a:extLst>
          </p:cNvPr>
          <p:cNvSpPr txBox="1"/>
          <p:nvPr/>
        </p:nvSpPr>
        <p:spPr>
          <a:xfrm>
            <a:off x="666064" y="3032821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Remaining HP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A1F47A7-0BC5-2261-04B6-22E192C0EDA1}"/>
              </a:ext>
            </a:extLst>
          </p:cNvPr>
          <p:cNvSpPr txBox="1"/>
          <p:nvPr/>
        </p:nvSpPr>
        <p:spPr>
          <a:xfrm>
            <a:off x="2386957" y="3032821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C142FFCB-1CF9-EC20-6CB5-D7C7E398424C}"/>
              </a:ext>
            </a:extLst>
          </p:cNvPr>
          <p:cNvSpPr/>
          <p:nvPr/>
        </p:nvSpPr>
        <p:spPr>
          <a:xfrm>
            <a:off x="644376" y="3701907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C711745E-DABD-E50B-4B40-0C1B2558A0EE}"/>
              </a:ext>
            </a:extLst>
          </p:cNvPr>
          <p:cNvSpPr/>
          <p:nvPr/>
        </p:nvSpPr>
        <p:spPr>
          <a:xfrm>
            <a:off x="2043926" y="3701907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F50202A-D222-A142-DD7D-27130B7750C2}"/>
              </a:ext>
            </a:extLst>
          </p:cNvPr>
          <p:cNvSpPr txBox="1"/>
          <p:nvPr/>
        </p:nvSpPr>
        <p:spPr>
          <a:xfrm>
            <a:off x="666064" y="3847310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More stat increases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CBBCF01-F4B1-E68C-2F97-8960D6E0D9F5}"/>
              </a:ext>
            </a:extLst>
          </p:cNvPr>
          <p:cNvSpPr txBox="1"/>
          <p:nvPr/>
        </p:nvSpPr>
        <p:spPr>
          <a:xfrm>
            <a:off x="2386957" y="3847310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6D2F1771-5A35-F871-04A0-C25B593EF998}"/>
              </a:ext>
            </a:extLst>
          </p:cNvPr>
          <p:cNvSpPr/>
          <p:nvPr/>
        </p:nvSpPr>
        <p:spPr>
          <a:xfrm>
            <a:off x="644376" y="4546383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448EBCB-21AD-926C-C301-3B82EF9F9EA6}"/>
              </a:ext>
            </a:extLst>
          </p:cNvPr>
          <p:cNvSpPr/>
          <p:nvPr/>
        </p:nvSpPr>
        <p:spPr>
          <a:xfrm>
            <a:off x="2043926" y="4546383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CFAB19E-417A-BC94-A916-AA167F0749EC}"/>
              </a:ext>
            </a:extLst>
          </p:cNvPr>
          <p:cNvSpPr txBox="1"/>
          <p:nvPr/>
        </p:nvSpPr>
        <p:spPr>
          <a:xfrm>
            <a:off x="666064" y="4691786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More stat decreases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4041CD2-3A44-90E5-4F8D-82582669D0AB}"/>
              </a:ext>
            </a:extLst>
          </p:cNvPr>
          <p:cNvSpPr txBox="1"/>
          <p:nvPr/>
        </p:nvSpPr>
        <p:spPr>
          <a:xfrm>
            <a:off x="2386957" y="4691786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549CD7AF-C5A9-5604-9340-4BB5CA25E71B}"/>
              </a:ext>
            </a:extLst>
          </p:cNvPr>
          <p:cNvSpPr/>
          <p:nvPr/>
        </p:nvSpPr>
        <p:spPr>
          <a:xfrm>
            <a:off x="6620706" y="53391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71484C59-C981-A2F1-1976-0F4D222533DD}"/>
              </a:ext>
            </a:extLst>
          </p:cNvPr>
          <p:cNvSpPr/>
          <p:nvPr/>
        </p:nvSpPr>
        <p:spPr>
          <a:xfrm>
            <a:off x="8016023" y="533912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D5D09F6-4336-C543-A592-9C62D6887CE6}"/>
              </a:ext>
            </a:extLst>
          </p:cNvPr>
          <p:cNvSpPr txBox="1"/>
          <p:nvPr/>
        </p:nvSpPr>
        <p:spPr>
          <a:xfrm>
            <a:off x="6642394" y="610065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Confusion:</a:t>
            </a:r>
          </a:p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 or more </a:t>
            </a:r>
            <a:r>
              <a:rPr lang="en-US" altLang="zh-CN" sz="900" b="1" dirty="0" err="1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8772A3A-E0A4-0989-F2C9-D58BE58E00D6}"/>
              </a:ext>
            </a:extLst>
          </p:cNvPr>
          <p:cNvSpPr txBox="1"/>
          <p:nvPr/>
        </p:nvSpPr>
        <p:spPr>
          <a:xfrm>
            <a:off x="8326465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0401A28B-5CF5-706C-EE90-C39864ABA190}"/>
              </a:ext>
            </a:extLst>
          </p:cNvPr>
          <p:cNvSpPr/>
          <p:nvPr/>
        </p:nvSpPr>
        <p:spPr>
          <a:xfrm>
            <a:off x="6629053" y="1126116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C2384B70-CC09-E31E-1B97-A58C395426B1}"/>
              </a:ext>
            </a:extLst>
          </p:cNvPr>
          <p:cNvSpPr/>
          <p:nvPr/>
        </p:nvSpPr>
        <p:spPr>
          <a:xfrm>
            <a:off x="8024370" y="1124800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69313AC-5813-93C2-51F7-4D4AF4D3F273}"/>
              </a:ext>
            </a:extLst>
          </p:cNvPr>
          <p:cNvSpPr txBox="1"/>
          <p:nvPr/>
        </p:nvSpPr>
        <p:spPr>
          <a:xfrm>
            <a:off x="6650741" y="1200953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Main Character</a:t>
            </a:r>
          </a:p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or Gym Leader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95A4C97-F803-FC2A-2D2B-6718CAAAAACD}"/>
              </a:ext>
            </a:extLst>
          </p:cNvPr>
          <p:cNvSpPr txBox="1"/>
          <p:nvPr/>
        </p:nvSpPr>
        <p:spPr>
          <a:xfrm>
            <a:off x="8334812" y="1270203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77334BD1-5C98-899B-6F68-E2917BF1CEBF}"/>
              </a:ext>
            </a:extLst>
          </p:cNvPr>
          <p:cNvSpPr/>
          <p:nvPr/>
        </p:nvSpPr>
        <p:spPr>
          <a:xfrm>
            <a:off x="3336964" y="53391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D3CB0EDF-6DDE-4027-D28A-CCB93C8C750B}"/>
              </a:ext>
            </a:extLst>
          </p:cNvPr>
          <p:cNvSpPr/>
          <p:nvPr/>
        </p:nvSpPr>
        <p:spPr>
          <a:xfrm>
            <a:off x="4736514" y="533912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794EACA-7D91-CF8F-2189-ACD3464CF939}"/>
              </a:ext>
            </a:extLst>
          </p:cNvPr>
          <p:cNvSpPr txBox="1"/>
          <p:nvPr/>
        </p:nvSpPr>
        <p:spPr>
          <a:xfrm>
            <a:off x="3358652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计时战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615E49A-DB74-8441-E4E1-9C385E0D92FF}"/>
              </a:ext>
            </a:extLst>
          </p:cNvPr>
          <p:cNvSpPr txBox="1"/>
          <p:nvPr/>
        </p:nvSpPr>
        <p:spPr>
          <a:xfrm>
            <a:off x="5079545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53C05153-B72F-1AA9-870D-F9E371581C02}"/>
              </a:ext>
            </a:extLst>
          </p:cNvPr>
          <p:cNvSpPr/>
          <p:nvPr/>
        </p:nvSpPr>
        <p:spPr>
          <a:xfrm>
            <a:off x="3336964" y="1318414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254D0185-1F37-5166-8C17-B57C030B045E}"/>
              </a:ext>
            </a:extLst>
          </p:cNvPr>
          <p:cNvSpPr/>
          <p:nvPr/>
        </p:nvSpPr>
        <p:spPr>
          <a:xfrm>
            <a:off x="4736514" y="1318414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320F369-0946-20AA-D6F9-03DE99FE1292}"/>
              </a:ext>
            </a:extLst>
          </p:cNvPr>
          <p:cNvSpPr txBox="1"/>
          <p:nvPr/>
        </p:nvSpPr>
        <p:spPr>
          <a:xfrm>
            <a:off x="3358652" y="1463817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给予极大伤害吧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036E43F-CC2C-1371-568C-39EE4B589182}"/>
              </a:ext>
            </a:extLst>
          </p:cNvPr>
          <p:cNvSpPr txBox="1"/>
          <p:nvPr/>
        </p:nvSpPr>
        <p:spPr>
          <a:xfrm>
            <a:off x="5079545" y="1463817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FB0F98EC-890A-557A-11ED-379C309B46D4}"/>
              </a:ext>
            </a:extLst>
          </p:cNvPr>
          <p:cNvSpPr/>
          <p:nvPr/>
        </p:nvSpPr>
        <p:spPr>
          <a:xfrm>
            <a:off x="3339627" y="2102916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600861B9-6EBA-6932-7677-37968FD5DF45}"/>
              </a:ext>
            </a:extLst>
          </p:cNvPr>
          <p:cNvSpPr/>
          <p:nvPr/>
        </p:nvSpPr>
        <p:spPr>
          <a:xfrm>
            <a:off x="4739177" y="2102916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A69BD26-975D-3317-7357-2777388F9AA6}"/>
              </a:ext>
            </a:extLst>
          </p:cNvPr>
          <p:cNvSpPr txBox="1"/>
          <p:nvPr/>
        </p:nvSpPr>
        <p:spPr>
          <a:xfrm>
            <a:off x="3361315" y="2248319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多多攻击吧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3410363-0745-B5B6-D24D-587D60CA3CFF}"/>
              </a:ext>
            </a:extLst>
          </p:cNvPr>
          <p:cNvSpPr txBox="1"/>
          <p:nvPr/>
        </p:nvSpPr>
        <p:spPr>
          <a:xfrm>
            <a:off x="5082208" y="2248319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29458E0E-0C5A-E0F4-7B19-DBC6D958B8F9}"/>
              </a:ext>
            </a:extLst>
          </p:cNvPr>
          <p:cNvSpPr/>
          <p:nvPr/>
        </p:nvSpPr>
        <p:spPr>
          <a:xfrm>
            <a:off x="3336964" y="2887418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E0887650-7B71-E6A1-5EC2-AF1549198F77}"/>
              </a:ext>
            </a:extLst>
          </p:cNvPr>
          <p:cNvSpPr/>
          <p:nvPr/>
        </p:nvSpPr>
        <p:spPr>
          <a:xfrm>
            <a:off x="4736514" y="2887418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5BE2BF9-66B3-B946-BCC1-010F3B9A61CC}"/>
              </a:ext>
            </a:extLst>
          </p:cNvPr>
          <p:cNvSpPr txBox="1"/>
          <p:nvPr/>
        </p:nvSpPr>
        <p:spPr>
          <a:xfrm>
            <a:off x="3358652" y="3032821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剩余</a:t>
            </a:r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HP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034A0D4-5D27-2804-FFBA-46C4A6A0BCCF}"/>
              </a:ext>
            </a:extLst>
          </p:cNvPr>
          <p:cNvSpPr txBox="1"/>
          <p:nvPr/>
        </p:nvSpPr>
        <p:spPr>
          <a:xfrm>
            <a:off x="5079545" y="3032821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82B21C7-7573-9C58-CB3F-F53551DC4738}"/>
              </a:ext>
            </a:extLst>
          </p:cNvPr>
          <p:cNvSpPr/>
          <p:nvPr/>
        </p:nvSpPr>
        <p:spPr>
          <a:xfrm>
            <a:off x="3336964" y="3701907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E4450886-5439-80F5-6E19-C7619E2A3D49}"/>
              </a:ext>
            </a:extLst>
          </p:cNvPr>
          <p:cNvSpPr/>
          <p:nvPr/>
        </p:nvSpPr>
        <p:spPr>
          <a:xfrm>
            <a:off x="4736514" y="3701907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9B6AB082-59B0-88EC-2245-6402A909E093}"/>
              </a:ext>
            </a:extLst>
          </p:cNvPr>
          <p:cNvSpPr txBox="1"/>
          <p:nvPr/>
        </p:nvSpPr>
        <p:spPr>
          <a:xfrm>
            <a:off x="3358652" y="3847310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多项能力提升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B210574-A369-A97F-2CE7-F7BEF3DA27F0}"/>
              </a:ext>
            </a:extLst>
          </p:cNvPr>
          <p:cNvSpPr txBox="1"/>
          <p:nvPr/>
        </p:nvSpPr>
        <p:spPr>
          <a:xfrm>
            <a:off x="5079545" y="3847310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88988A2A-D02E-57CE-4FB0-E35C961AF781}"/>
              </a:ext>
            </a:extLst>
          </p:cNvPr>
          <p:cNvSpPr/>
          <p:nvPr/>
        </p:nvSpPr>
        <p:spPr>
          <a:xfrm>
            <a:off x="3336964" y="4546383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DBA514E3-3234-2362-2435-E81F32ACF72A}"/>
              </a:ext>
            </a:extLst>
          </p:cNvPr>
          <p:cNvSpPr/>
          <p:nvPr/>
        </p:nvSpPr>
        <p:spPr>
          <a:xfrm>
            <a:off x="4736514" y="4546383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CDE971B-B6B7-038D-774B-D8D8F1FF1406}"/>
              </a:ext>
            </a:extLst>
          </p:cNvPr>
          <p:cNvSpPr txBox="1"/>
          <p:nvPr/>
        </p:nvSpPr>
        <p:spPr>
          <a:xfrm>
            <a:off x="3358652" y="4691786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多项能力下降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93E4E8E-F199-41C0-5B72-43BCDA7B3BEC}"/>
              </a:ext>
            </a:extLst>
          </p:cNvPr>
          <p:cNvSpPr txBox="1"/>
          <p:nvPr/>
        </p:nvSpPr>
        <p:spPr>
          <a:xfrm>
            <a:off x="5079545" y="4691786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CF23B1CA-BCE1-1DF2-8EC6-C1381324CB4A}"/>
              </a:ext>
            </a:extLst>
          </p:cNvPr>
          <p:cNvSpPr/>
          <p:nvPr/>
        </p:nvSpPr>
        <p:spPr>
          <a:xfrm>
            <a:off x="6629053" y="171437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1028E7DF-A719-D9E5-ADBC-1005FDE7B577}"/>
              </a:ext>
            </a:extLst>
          </p:cNvPr>
          <p:cNvSpPr/>
          <p:nvPr/>
        </p:nvSpPr>
        <p:spPr>
          <a:xfrm>
            <a:off x="8024370" y="1714372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51BE935-2FEF-EE72-7D40-1A10E324238C}"/>
              </a:ext>
            </a:extLst>
          </p:cNvPr>
          <p:cNvSpPr txBox="1"/>
          <p:nvPr/>
        </p:nvSpPr>
        <p:spPr>
          <a:xfrm>
            <a:off x="6650741" y="1790525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混乱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一次以上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7DBF40-9915-582A-B343-FC82E8B118A2}"/>
              </a:ext>
            </a:extLst>
          </p:cNvPr>
          <p:cNvSpPr txBox="1"/>
          <p:nvPr/>
        </p:nvSpPr>
        <p:spPr>
          <a:xfrm>
            <a:off x="8334812" y="185977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69156011-DC3F-C356-3E47-9C942969EFFD}"/>
              </a:ext>
            </a:extLst>
          </p:cNvPr>
          <p:cNvSpPr/>
          <p:nvPr/>
        </p:nvSpPr>
        <p:spPr>
          <a:xfrm>
            <a:off x="6629312" y="2318885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7B8470AA-3781-599E-3A11-2F04361C99D4}"/>
              </a:ext>
            </a:extLst>
          </p:cNvPr>
          <p:cNvSpPr/>
          <p:nvPr/>
        </p:nvSpPr>
        <p:spPr>
          <a:xfrm>
            <a:off x="8024629" y="2317569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326C785-7EC4-58C7-FD5E-5C24B06D9499}"/>
              </a:ext>
            </a:extLst>
          </p:cNvPr>
          <p:cNvSpPr txBox="1"/>
          <p:nvPr/>
        </p:nvSpPr>
        <p:spPr>
          <a:xfrm>
            <a:off x="6651000" y="2393722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主角或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道馆馆主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EF4592F-BA48-62E4-4D27-D113FDB539CD}"/>
              </a:ext>
            </a:extLst>
          </p:cNvPr>
          <p:cNvSpPr txBox="1"/>
          <p:nvPr/>
        </p:nvSpPr>
        <p:spPr>
          <a:xfrm>
            <a:off x="8335071" y="2462972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074DE842-0A5E-8E01-BC91-8D0B2B66F65D}"/>
              </a:ext>
            </a:extLst>
          </p:cNvPr>
          <p:cNvSpPr/>
          <p:nvPr/>
        </p:nvSpPr>
        <p:spPr>
          <a:xfrm>
            <a:off x="644376" y="5213424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CA28441-C9AA-A355-2587-988C6A21C7B1}"/>
              </a:ext>
            </a:extLst>
          </p:cNvPr>
          <p:cNvSpPr/>
          <p:nvPr/>
        </p:nvSpPr>
        <p:spPr>
          <a:xfrm>
            <a:off x="2043926" y="5213424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9C61996-2DFF-D23B-2CC2-A32981119470}"/>
              </a:ext>
            </a:extLst>
          </p:cNvPr>
          <p:cNvSpPr txBox="1"/>
          <p:nvPr/>
        </p:nvSpPr>
        <p:spPr>
          <a:xfrm>
            <a:off x="666064" y="5358827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Fewer attacks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30E14664-0228-2F94-9C30-7E1C3C5C1E00}"/>
              </a:ext>
            </a:extLst>
          </p:cNvPr>
          <p:cNvSpPr txBox="1"/>
          <p:nvPr/>
        </p:nvSpPr>
        <p:spPr>
          <a:xfrm>
            <a:off x="2386957" y="5358827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761F723B-D459-8964-33C6-1ECBFF9959AC}"/>
              </a:ext>
            </a:extLst>
          </p:cNvPr>
          <p:cNvSpPr/>
          <p:nvPr/>
        </p:nvSpPr>
        <p:spPr>
          <a:xfrm>
            <a:off x="3336964" y="5213424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F9AE0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A6F1118C-A78A-205E-409C-DEA977039F21}"/>
              </a:ext>
            </a:extLst>
          </p:cNvPr>
          <p:cNvSpPr/>
          <p:nvPr/>
        </p:nvSpPr>
        <p:spPr>
          <a:xfrm>
            <a:off x="4736514" y="5213424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FD76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85ED7DAE-1171-70B1-CAE4-C9DE2D645AAD}"/>
              </a:ext>
            </a:extLst>
          </p:cNvPr>
          <p:cNvSpPr txBox="1"/>
          <p:nvPr/>
        </p:nvSpPr>
        <p:spPr>
          <a:xfrm>
            <a:off x="3358652" y="5358827"/>
            <a:ext cx="1859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攻击次数吧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309710C-71DD-4387-BA41-4EC436A69E10}"/>
              </a:ext>
            </a:extLst>
          </p:cNvPr>
          <p:cNvSpPr txBox="1"/>
          <p:nvPr/>
        </p:nvSpPr>
        <p:spPr>
          <a:xfrm>
            <a:off x="5079545" y="5358827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~ 3,000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F78BD2BE-FFEB-668C-657C-61BCB13782B5}"/>
              </a:ext>
            </a:extLst>
          </p:cNvPr>
          <p:cNvSpPr/>
          <p:nvPr/>
        </p:nvSpPr>
        <p:spPr>
          <a:xfrm>
            <a:off x="6629053" y="3033265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143C00E6-007D-02AA-A437-7F8F1234B4AB}"/>
              </a:ext>
            </a:extLst>
          </p:cNvPr>
          <p:cNvSpPr/>
          <p:nvPr/>
        </p:nvSpPr>
        <p:spPr>
          <a:xfrm>
            <a:off x="8024370" y="3031949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C6A0E483-CF45-734B-334A-932CB4F983AB}"/>
              </a:ext>
            </a:extLst>
          </p:cNvPr>
          <p:cNvSpPr txBox="1"/>
          <p:nvPr/>
        </p:nvSpPr>
        <p:spPr>
          <a:xfrm>
            <a:off x="6650741" y="3108102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Rival or </a:t>
            </a:r>
          </a:p>
          <a:p>
            <a:r>
              <a:rPr lang="en-US" altLang="zh-CN" sz="900" b="1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Seasonal Outfit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04C1EC0-ED4C-E56C-BF1A-DCCB662445E4}"/>
              </a:ext>
            </a:extLst>
          </p:cNvPr>
          <p:cNvSpPr txBox="1"/>
          <p:nvPr/>
        </p:nvSpPr>
        <p:spPr>
          <a:xfrm>
            <a:off x="8334812" y="3177352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1E796F5A-06E3-4A22-1B9E-D70296B0D822}"/>
              </a:ext>
            </a:extLst>
          </p:cNvPr>
          <p:cNvSpPr/>
          <p:nvPr/>
        </p:nvSpPr>
        <p:spPr>
          <a:xfrm>
            <a:off x="6629053" y="3621521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F7BA6637-3F2C-CE62-A2CA-14149BB3F119}"/>
              </a:ext>
            </a:extLst>
          </p:cNvPr>
          <p:cNvSpPr/>
          <p:nvPr/>
        </p:nvSpPr>
        <p:spPr>
          <a:xfrm>
            <a:off x="8024370" y="3621521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0C53D5F-0071-E23E-C504-29435382012C}"/>
              </a:ext>
            </a:extLst>
          </p:cNvPr>
          <p:cNvSpPr txBox="1"/>
          <p:nvPr/>
        </p:nvSpPr>
        <p:spPr>
          <a:xfrm>
            <a:off x="6650741" y="3745013"/>
            <a:ext cx="1386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Sprint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196D257-301A-9F60-78A5-C331CF1DD1AC}"/>
              </a:ext>
            </a:extLst>
          </p:cNvPr>
          <p:cNvSpPr txBox="1"/>
          <p:nvPr/>
        </p:nvSpPr>
        <p:spPr>
          <a:xfrm>
            <a:off x="8334812" y="3766924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7D37EB98-E0EE-4002-6FBE-9E368C8C2C52}"/>
              </a:ext>
            </a:extLst>
          </p:cNvPr>
          <p:cNvSpPr/>
          <p:nvPr/>
        </p:nvSpPr>
        <p:spPr>
          <a:xfrm>
            <a:off x="6620706" y="433436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0A6E9C8F-478C-D8A5-0C0B-552D308B7455}"/>
              </a:ext>
            </a:extLst>
          </p:cNvPr>
          <p:cNvSpPr/>
          <p:nvPr/>
        </p:nvSpPr>
        <p:spPr>
          <a:xfrm>
            <a:off x="8016023" y="4333046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DE52702-10A8-2BBB-B398-A9186618A550}"/>
              </a:ext>
            </a:extLst>
          </p:cNvPr>
          <p:cNvSpPr txBox="1"/>
          <p:nvPr/>
        </p:nvSpPr>
        <p:spPr>
          <a:xfrm>
            <a:off x="6642394" y="4409199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劲敌或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季节服装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9B7F7EF-24B8-5CFC-E5F6-3F761CE158CE}"/>
              </a:ext>
            </a:extLst>
          </p:cNvPr>
          <p:cNvSpPr txBox="1"/>
          <p:nvPr/>
        </p:nvSpPr>
        <p:spPr>
          <a:xfrm>
            <a:off x="8326465" y="4478449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DBD3C160-3103-C738-E374-17D2218E516B}"/>
              </a:ext>
            </a:extLst>
          </p:cNvPr>
          <p:cNvSpPr/>
          <p:nvPr/>
        </p:nvSpPr>
        <p:spPr>
          <a:xfrm>
            <a:off x="6620706" y="4922618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A4B1CE35-A375-3C17-DCD0-9A73D1C0D3FD}"/>
              </a:ext>
            </a:extLst>
          </p:cNvPr>
          <p:cNvSpPr/>
          <p:nvPr/>
        </p:nvSpPr>
        <p:spPr>
          <a:xfrm>
            <a:off x="8016023" y="4922618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D2678A13-E458-673A-ECC5-CB3B50F6DEC3}"/>
              </a:ext>
            </a:extLst>
          </p:cNvPr>
          <p:cNvSpPr txBox="1"/>
          <p:nvPr/>
        </p:nvSpPr>
        <p:spPr>
          <a:xfrm>
            <a:off x="6642394" y="5046110"/>
            <a:ext cx="1386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速战型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3A43622-7CCA-DF95-A497-E8BA711A2919}"/>
              </a:ext>
            </a:extLst>
          </p:cNvPr>
          <p:cNvSpPr txBox="1"/>
          <p:nvPr/>
        </p:nvSpPr>
        <p:spPr>
          <a:xfrm>
            <a:off x="8326465" y="5068021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30FB135-BA59-5843-10C1-CA77CBFB7796}"/>
              </a:ext>
            </a:extLst>
          </p:cNvPr>
          <p:cNvSpPr/>
          <p:nvPr/>
        </p:nvSpPr>
        <p:spPr>
          <a:xfrm>
            <a:off x="9396313" y="53391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BCF02B4-29AF-584F-2BBA-50E0A44E457A}"/>
              </a:ext>
            </a:extLst>
          </p:cNvPr>
          <p:cNvSpPr/>
          <p:nvPr/>
        </p:nvSpPr>
        <p:spPr>
          <a:xfrm>
            <a:off x="10791630" y="533912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74C3D6-8346-5B1B-80F8-F8F5999B5132}"/>
              </a:ext>
            </a:extLst>
          </p:cNvPr>
          <p:cNvSpPr txBox="1"/>
          <p:nvPr/>
        </p:nvSpPr>
        <p:spPr>
          <a:xfrm>
            <a:off x="9418001" y="610065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Paralysis:</a:t>
            </a:r>
          </a:p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1 or more </a:t>
            </a:r>
            <a:r>
              <a:rPr lang="en-US" altLang="zh-CN" sz="900" b="1" dirty="0" err="1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tims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8DEDD-2345-FF68-7239-C249C2012D56}"/>
              </a:ext>
            </a:extLst>
          </p:cNvPr>
          <p:cNvSpPr txBox="1"/>
          <p:nvPr/>
        </p:nvSpPr>
        <p:spPr>
          <a:xfrm>
            <a:off x="11102072" y="679315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EDAD5D5-6CCE-663F-67B9-7429D3D8056D}"/>
              </a:ext>
            </a:extLst>
          </p:cNvPr>
          <p:cNvSpPr/>
          <p:nvPr/>
        </p:nvSpPr>
        <p:spPr>
          <a:xfrm>
            <a:off x="9404660" y="1124800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DC47C23-1D74-B166-96A3-D2F487F05F56}"/>
              </a:ext>
            </a:extLst>
          </p:cNvPr>
          <p:cNvSpPr/>
          <p:nvPr/>
        </p:nvSpPr>
        <p:spPr>
          <a:xfrm>
            <a:off x="10799977" y="1124800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6C1F8E-19F5-7EEB-E493-90DB0F4D7B31}"/>
              </a:ext>
            </a:extLst>
          </p:cNvPr>
          <p:cNvSpPr txBox="1"/>
          <p:nvPr/>
        </p:nvSpPr>
        <p:spPr>
          <a:xfrm>
            <a:off x="9426348" y="1200953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麻痹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一次以上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1884F2-6E26-2950-D3F8-BACF3D279468}"/>
              </a:ext>
            </a:extLst>
          </p:cNvPr>
          <p:cNvSpPr txBox="1"/>
          <p:nvPr/>
        </p:nvSpPr>
        <p:spPr>
          <a:xfrm>
            <a:off x="11110419" y="1270203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E2C211A-1B03-5624-FCE8-CF8762168837}"/>
              </a:ext>
            </a:extLst>
          </p:cNvPr>
          <p:cNvSpPr/>
          <p:nvPr/>
        </p:nvSpPr>
        <p:spPr>
          <a:xfrm>
            <a:off x="9432386" y="1735015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7F87B18-6696-0B37-E87A-4F6E0D06B177}"/>
              </a:ext>
            </a:extLst>
          </p:cNvPr>
          <p:cNvSpPr/>
          <p:nvPr/>
        </p:nvSpPr>
        <p:spPr>
          <a:xfrm>
            <a:off x="10827703" y="1733699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2165E5-BEB2-C4B0-B644-4A2BE018F52E}"/>
              </a:ext>
            </a:extLst>
          </p:cNvPr>
          <p:cNvSpPr txBox="1"/>
          <p:nvPr/>
        </p:nvSpPr>
        <p:spPr>
          <a:xfrm>
            <a:off x="9454074" y="1809852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 err="1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Sygna</a:t>
            </a:r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Suit </a:t>
            </a:r>
          </a:p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or </a:t>
            </a:r>
            <a:r>
              <a:rPr lang="en-US" altLang="zh-CN" sz="900" b="1" dirty="0" err="1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Unova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CF8BEA-4D4E-BCF1-9BA6-AA73BB975C1F}"/>
              </a:ext>
            </a:extLst>
          </p:cNvPr>
          <p:cNvSpPr txBox="1"/>
          <p:nvPr/>
        </p:nvSpPr>
        <p:spPr>
          <a:xfrm>
            <a:off x="11138145" y="1879102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C8342AA-F7AB-BE9E-EABF-BDF237F7326C}"/>
              </a:ext>
            </a:extLst>
          </p:cNvPr>
          <p:cNvSpPr/>
          <p:nvPr/>
        </p:nvSpPr>
        <p:spPr>
          <a:xfrm>
            <a:off x="9502921" y="2332602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42C22E4C-DE59-202D-4E50-9BE99119F13E}"/>
              </a:ext>
            </a:extLst>
          </p:cNvPr>
          <p:cNvSpPr/>
          <p:nvPr/>
        </p:nvSpPr>
        <p:spPr>
          <a:xfrm>
            <a:off x="10898238" y="2331286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89D629-DAD2-D0F2-EB1A-408275AFFDED}"/>
              </a:ext>
            </a:extLst>
          </p:cNvPr>
          <p:cNvSpPr txBox="1"/>
          <p:nvPr/>
        </p:nvSpPr>
        <p:spPr>
          <a:xfrm>
            <a:off x="9524609" y="2407439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美极套装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或合众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2C25ED-E1C3-9CEA-CD4F-F0225609EA01}"/>
              </a:ext>
            </a:extLst>
          </p:cNvPr>
          <p:cNvSpPr txBox="1"/>
          <p:nvPr/>
        </p:nvSpPr>
        <p:spPr>
          <a:xfrm>
            <a:off x="11208680" y="2476689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4CEF1F4-6F5E-B4EF-16F6-8C30D1D55CC6}"/>
              </a:ext>
            </a:extLst>
          </p:cNvPr>
          <p:cNvSpPr/>
          <p:nvPr/>
        </p:nvSpPr>
        <p:spPr>
          <a:xfrm>
            <a:off x="6629053" y="5657047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0A72070-A6EB-1183-0741-36A6416F28AC}"/>
              </a:ext>
            </a:extLst>
          </p:cNvPr>
          <p:cNvSpPr/>
          <p:nvPr/>
        </p:nvSpPr>
        <p:spPr>
          <a:xfrm>
            <a:off x="8024370" y="5655731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8D5195E-4EDB-087B-27C1-29F0C547E29A}"/>
              </a:ext>
            </a:extLst>
          </p:cNvPr>
          <p:cNvSpPr txBox="1"/>
          <p:nvPr/>
        </p:nvSpPr>
        <p:spPr>
          <a:xfrm>
            <a:off x="6650741" y="5731884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季节服装</a:t>
            </a:r>
          </a:p>
          <a:p>
            <a:r>
              <a: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或斗志昂扬</a:t>
            </a:r>
            <a:endParaRPr lang="en-US" altLang="zh-CN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C26397-0476-B038-9153-4F6C58A88BB7}"/>
              </a:ext>
            </a:extLst>
          </p:cNvPr>
          <p:cNvSpPr txBox="1"/>
          <p:nvPr/>
        </p:nvSpPr>
        <p:spPr>
          <a:xfrm>
            <a:off x="8334812" y="5801134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6547FCF-5336-D4D5-EBBC-4541E55AFB8A}"/>
              </a:ext>
            </a:extLst>
          </p:cNvPr>
          <p:cNvSpPr/>
          <p:nvPr/>
        </p:nvSpPr>
        <p:spPr>
          <a:xfrm>
            <a:off x="9383504" y="5660225"/>
            <a:ext cx="1859903" cy="521638"/>
          </a:xfrm>
          <a:custGeom>
            <a:avLst/>
            <a:gdLst>
              <a:gd name="csX0" fmla="*/ 86941 w 1405771"/>
              <a:gd name="csY0" fmla="*/ 0 h 521638"/>
              <a:gd name="csX1" fmla="*/ 1405771 w 1405771"/>
              <a:gd name="csY1" fmla="*/ 0 h 521638"/>
              <a:gd name="csX2" fmla="*/ 1059236 w 1405771"/>
              <a:gd name="csY2" fmla="*/ 521638 h 521638"/>
              <a:gd name="csX3" fmla="*/ 86941 w 1405771"/>
              <a:gd name="csY3" fmla="*/ 521638 h 521638"/>
              <a:gd name="csX4" fmla="*/ 0 w 1405771"/>
              <a:gd name="csY4" fmla="*/ 434697 h 521638"/>
              <a:gd name="csX5" fmla="*/ 0 w 1405771"/>
              <a:gd name="csY5" fmla="*/ 86941 h 521638"/>
              <a:gd name="csX6" fmla="*/ 86941 w 1405771"/>
              <a:gd name="csY6" fmla="*/ 0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771" h="521638">
                <a:moveTo>
                  <a:pt x="86941" y="0"/>
                </a:moveTo>
                <a:lnTo>
                  <a:pt x="1405771" y="0"/>
                </a:lnTo>
                <a:lnTo>
                  <a:pt x="1059236" y="521638"/>
                </a:lnTo>
                <a:lnTo>
                  <a:pt x="86941" y="521638"/>
                </a:lnTo>
                <a:cubicBezTo>
                  <a:pt x="38925" y="521638"/>
                  <a:pt x="0" y="482713"/>
                  <a:pt x="0" y="434697"/>
                </a:cubicBezTo>
                <a:lnTo>
                  <a:pt x="0" y="86941"/>
                </a:lnTo>
                <a:cubicBezTo>
                  <a:pt x="0" y="38925"/>
                  <a:pt x="38925" y="0"/>
                  <a:pt x="86941" y="0"/>
                </a:cubicBezTo>
                <a:close/>
              </a:path>
            </a:pathLst>
          </a:custGeom>
          <a:solidFill>
            <a:srgbClr val="D92727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73DCD16-97D4-BAE6-88F0-6FE55D4EC210}"/>
              </a:ext>
            </a:extLst>
          </p:cNvPr>
          <p:cNvSpPr/>
          <p:nvPr/>
        </p:nvSpPr>
        <p:spPr>
          <a:xfrm>
            <a:off x="10778821" y="5658909"/>
            <a:ext cx="1082547" cy="521638"/>
          </a:xfrm>
          <a:custGeom>
            <a:avLst/>
            <a:gdLst>
              <a:gd name="csX0" fmla="*/ 346535 w 1082547"/>
              <a:gd name="csY0" fmla="*/ 0 h 521638"/>
              <a:gd name="csX1" fmla="*/ 995606 w 1082547"/>
              <a:gd name="csY1" fmla="*/ 0 h 521638"/>
              <a:gd name="csX2" fmla="*/ 1082547 w 1082547"/>
              <a:gd name="csY2" fmla="*/ 86941 h 521638"/>
              <a:gd name="csX3" fmla="*/ 1082547 w 1082547"/>
              <a:gd name="csY3" fmla="*/ 434697 h 521638"/>
              <a:gd name="csX4" fmla="*/ 995606 w 1082547"/>
              <a:gd name="csY4" fmla="*/ 521638 h 521638"/>
              <a:gd name="csX5" fmla="*/ 0 w 1082547"/>
              <a:gd name="csY5" fmla="*/ 521638 h 5216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2547" h="521638">
                <a:moveTo>
                  <a:pt x="346535" y="0"/>
                </a:moveTo>
                <a:lnTo>
                  <a:pt x="995606" y="0"/>
                </a:lnTo>
                <a:cubicBezTo>
                  <a:pt x="1043622" y="0"/>
                  <a:pt x="1082547" y="38925"/>
                  <a:pt x="1082547" y="86941"/>
                </a:cubicBezTo>
                <a:lnTo>
                  <a:pt x="1082547" y="434697"/>
                </a:lnTo>
                <a:cubicBezTo>
                  <a:pt x="1082547" y="482713"/>
                  <a:pt x="1043622" y="521638"/>
                  <a:pt x="995606" y="521638"/>
                </a:cubicBezTo>
                <a:lnTo>
                  <a:pt x="0" y="521638"/>
                </a:lnTo>
                <a:close/>
              </a:path>
            </a:pathLst>
          </a:custGeom>
          <a:solidFill>
            <a:srgbClr val="FD9A69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EADC7E-5C0A-34C1-C243-E2E9A6C5A47F}"/>
              </a:ext>
            </a:extLst>
          </p:cNvPr>
          <p:cNvSpPr txBox="1"/>
          <p:nvPr/>
        </p:nvSpPr>
        <p:spPr>
          <a:xfrm>
            <a:off x="9405192" y="5735062"/>
            <a:ext cx="138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Seasonal Outfit</a:t>
            </a:r>
            <a:endParaRPr lang="zh-CN" altLang="en-US" sz="9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altLang="zh-CN" sz="900" b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or Passionate Spirit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48A3CE8-1DE6-245D-60A6-214CE67ADF2A}"/>
              </a:ext>
            </a:extLst>
          </p:cNvPr>
          <p:cNvSpPr txBox="1"/>
          <p:nvPr/>
        </p:nvSpPr>
        <p:spPr>
          <a:xfrm>
            <a:off x="11089263" y="5804312"/>
            <a:ext cx="920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i="1" dirty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0 or 1,000</a:t>
            </a:r>
            <a:endParaRPr lang="zh-CN" altLang="en-US" sz="900" b="1" i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4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B60397C7-CAFD-87A4-51BF-C9A58FA7B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32" b="96484" l="7764" r="96191">
                        <a14:foregroundMark x1="16504" y1="5469" x2="28516" y2="15771"/>
                        <a14:foregroundMark x1="28516" y1="15771" x2="24756" y2="5371"/>
                        <a14:foregroundMark x1="12988" y1="9424" x2="6702" y2="19628"/>
                        <a14:foregroundMark x1="5216" y1="61664" x2="5236" y2="60884"/>
                        <a14:foregroundMark x1="5285" y1="58899" x2="5320" y2="57519"/>
                        <a14:foregroundMark x1="6672" y1="77862" x2="8518" y2="80816"/>
                        <a14:foregroundMark x1="13890" y1="87053" x2="19423" y2="89894"/>
                        <a14:foregroundMark x1="57447" y1="89160" x2="58936" y2="89014"/>
                        <a14:foregroundMark x1="58936" y1="89014" x2="71777" y2="96191"/>
                        <a14:foregroundMark x1="71777" y1="96191" x2="82682" y2="97235"/>
                        <a14:foregroundMark x1="94440" y1="86984" x2="95215" y2="85938"/>
                        <a14:foregroundMark x1="94064" y1="87492" x2="94440" y2="86985"/>
                        <a14:foregroundMark x1="96698" y1="81773" x2="97154" y2="80491"/>
                        <a14:foregroundMark x1="95215" y1="85938" x2="95835" y2="84197"/>
                        <a14:foregroundMark x1="97470" y1="68177" x2="96988" y2="66549"/>
                        <a14:foregroundMark x1="94139" y1="14422" x2="93750" y2="13184"/>
                        <a14:foregroundMark x1="93750" y1="13184" x2="92813" y2="12338"/>
                        <a14:foregroundMark x1="83789" y1="4199" x2="11377" y2="8301"/>
                        <a14:foregroundMark x1="11377" y1="8301" x2="9473" y2="10596"/>
                        <a14:foregroundMark x1="46582" y1="7959" x2="61230" y2="22705"/>
                        <a14:foregroundMark x1="61230" y1="22705" x2="75537" y2="24512"/>
                        <a14:foregroundMark x1="75537" y1="24512" x2="83203" y2="34912"/>
                        <a14:foregroundMark x1="83203" y1="34912" x2="84668" y2="46045"/>
                        <a14:foregroundMark x1="84668" y1="46045" x2="91427" y2="37458"/>
                        <a14:foregroundMark x1="91691" y1="24912" x2="89111" y2="15820"/>
                        <a14:foregroundMark x1="91856" y1="25492" x2="91725" y2="25032"/>
                        <a14:foregroundMark x1="92794" y1="28800" x2="92580" y2="28046"/>
                        <a14:foregroundMark x1="89111" y1="15820" x2="75391" y2="4980"/>
                        <a14:foregroundMark x1="75391" y1="4980" x2="48389" y2="6787"/>
                        <a14:foregroundMark x1="70068" y1="53418" x2="54541" y2="67920"/>
                        <a14:foregroundMark x1="54541" y1="67920" x2="52197" y2="78174"/>
                        <a14:foregroundMark x1="52197" y1="78174" x2="62451" y2="90430"/>
                        <a14:foregroundMark x1="62451" y1="90430" x2="71680" y2="95020"/>
                        <a14:foregroundMark x1="71680" y1="95020" x2="86426" y2="91309"/>
                        <a14:foregroundMark x1="86426" y1="91309" x2="93555" y2="77930"/>
                        <a14:foregroundMark x1="93555" y1="77930" x2="91895" y2="62695"/>
                        <a14:foregroundMark x1="91895" y1="62695" x2="82080" y2="52734"/>
                        <a14:foregroundMark x1="82080" y1="52734" x2="68604" y2="53369"/>
                        <a14:foregroundMark x1="68604" y1="53369" x2="67871" y2="53711"/>
                        <a14:foregroundMark x1="87061" y1="66357" x2="76611" y2="67432"/>
                        <a14:foregroundMark x1="76611" y1="67432" x2="63281" y2="73730"/>
                        <a14:foregroundMark x1="63281" y1="73730" x2="60352" y2="85303"/>
                        <a14:foregroundMark x1="60352" y1="85303" x2="79834" y2="91260"/>
                        <a14:foregroundMark x1="79834" y1="91260" x2="90967" y2="86377"/>
                        <a14:foregroundMark x1="90967" y1="86377" x2="91602" y2="72607"/>
                        <a14:foregroundMark x1="91602" y1="72607" x2="84961" y2="66504"/>
                        <a14:foregroundMark x1="82764" y1="68994" x2="71533" y2="68896"/>
                        <a14:foregroundMark x1="71533" y1="68896" x2="64111" y2="77881"/>
                        <a14:foregroundMark x1="64111" y1="77881" x2="82471" y2="80420"/>
                        <a14:foregroundMark x1="82471" y1="80420" x2="86230" y2="69824"/>
                        <a14:foregroundMark x1="86230" y1="69824" x2="74951" y2="68701"/>
                        <a14:foregroundMark x1="74951" y1="68701" x2="72314" y2="69238"/>
                        <a14:foregroundMark x1="90869" y1="66895" x2="94287" y2="77393"/>
                        <a14:foregroundMark x1="94287" y1="77393" x2="93066" y2="67676"/>
                        <a14:foregroundMark x1="72949" y1="74219" x2="65381" y2="72754"/>
                        <a14:foregroundMark x1="61719" y1="79053" x2="8301" y2="77002"/>
                        <a14:foregroundMark x1="8301" y1="77002" x2="17480" y2="86816"/>
                        <a14:foregroundMark x1="17480" y1="86816" x2="29363" y2="88000"/>
                        <a14:foregroundMark x1="51385" y1="88403" x2="59180" y2="86084"/>
                        <a14:foregroundMark x1="59180" y1="86084" x2="54297" y2="78906"/>
                        <a14:foregroundMark x1="7764" y1="16211" x2="18506" y2="18359"/>
                        <a14:foregroundMark x1="18506" y1="18359" x2="42676" y2="33057"/>
                        <a14:foregroundMark x1="42676" y1="33057" x2="52148" y2="56494"/>
                        <a14:foregroundMark x1="52148" y1="56494" x2="32715" y2="48145"/>
                        <a14:foregroundMark x1="32715" y1="48145" x2="34033" y2="30176"/>
                        <a14:foregroundMark x1="34033" y1="30176" x2="35352" y2="29541"/>
                        <a14:foregroundMark x1="71143" y1="92090" x2="80277" y2="95441"/>
                        <a14:foregroundMark x1="80431" y1="95407" x2="71143" y2="91699"/>
                        <a14:foregroundMark x1="18750" y1="17529" x2="18164" y2="32178"/>
                        <a14:foregroundMark x1="18164" y1="32178" x2="38672" y2="51758"/>
                        <a14:foregroundMark x1="38672" y1="51758" x2="62793" y2="35059"/>
                        <a14:foregroundMark x1="62793" y1="35059" x2="63135" y2="32275"/>
                        <a14:foregroundMark x1="27490" y1="61035" x2="24463" y2="53809"/>
                        <a14:foregroundMark x1="13916" y1="40381" x2="31787" y2="62061"/>
                        <a14:foregroundMark x1="31787" y1="62061" x2="32080" y2="62061"/>
                        <a14:foregroundMark x1="91211" y1="12646" x2="93262" y2="15234"/>
                        <a14:foregroundMark x1="89844" y1="10742" x2="91797" y2="13477"/>
                        <a14:foregroundMark x1="94971" y1="66455" x2="96191" y2="71924"/>
                        <a14:backgroundMark x1="8789" y1="8496" x2="6592" y2="11621"/>
                        <a14:backgroundMark x1="10205" y1="7769" x2="2783" y2="3027"/>
                        <a14:backgroundMark x1="2783" y1="3027" x2="13672" y2="4346"/>
                        <a14:backgroundMark x1="10763" y1="7371" x2="10472" y2="7674"/>
                        <a14:backgroundMark x1="13672" y1="4346" x2="10879" y2="7250"/>
                        <a14:backgroundMark x1="5127" y1="60889" x2="5615" y2="72949"/>
                        <a14:backgroundMark x1="5615" y1="72949" x2="5518" y2="65723"/>
                        <a14:backgroundMark x1="3174" y1="62598" x2="4102" y2="59180"/>
                        <a14:backgroundMark x1="5518" y1="62598" x2="5273" y2="57373"/>
                        <a14:backgroundMark x1="5273" y1="58936" x2="5957" y2="50439"/>
                        <a14:backgroundMark x1="5273" y1="54199" x2="4492" y2="45996"/>
                        <a14:backgroundMark x1="5518" y1="20117" x2="6445" y2="51074"/>
                        <a14:backgroundMark x1="5811" y1="21484" x2="6201" y2="31885"/>
                        <a14:backgroundMark x1="6201" y1="31885" x2="6299" y2="31982"/>
                        <a14:backgroundMark x1="5957" y1="19531" x2="5566" y2="22510"/>
                        <a14:backgroundMark x1="5469" y1="29346" x2="6152" y2="34424"/>
                        <a14:backgroundMark x1="5420" y1="35498" x2="5127" y2="45801"/>
                        <a14:backgroundMark x1="5127" y1="45801" x2="5322" y2="35352"/>
                        <a14:backgroundMark x1="5322" y1="35352" x2="5225" y2="35303"/>
                        <a14:backgroundMark x1="5225" y1="45215" x2="5273" y2="52393"/>
                        <a14:backgroundMark x1="5762" y1="50098" x2="5566" y2="54346"/>
                        <a14:backgroundMark x1="5322" y1="34131" x2="5566" y2="37988"/>
                        <a14:backgroundMark x1="6445" y1="20020" x2="6445" y2="20020"/>
                        <a14:backgroundMark x1="6641" y1="20068" x2="6641" y2="20068"/>
                        <a14:backgroundMark x1="5664" y1="70557" x2="5420" y2="78027"/>
                        <a14:backgroundMark x1="7764" y1="81787" x2="11621" y2="87012"/>
                        <a14:backgroundMark x1="7910" y1="81299" x2="13818" y2="87109"/>
                        <a14:backgroundMark x1="88867" y1="94434" x2="82666" y2="97217"/>
                        <a14:backgroundMark x1="86719" y1="96143" x2="84717" y2="97949"/>
                        <a14:backgroundMark x1="83887" y1="95801" x2="76025" y2="97559"/>
                        <a14:backgroundMark x1="87793" y1="95264" x2="94434" y2="86572"/>
                        <a14:backgroundMark x1="94434" y1="86572" x2="97070" y2="80029"/>
                        <a14:backgroundMark x1="96240" y1="87061" x2="94629" y2="86670"/>
                        <a14:backgroundMark x1="94482" y1="86865" x2="97119" y2="79492"/>
                        <a14:backgroundMark x1="16553" y1="91406" x2="30908" y2="88672"/>
                        <a14:backgroundMark x1="30908" y1="88672" x2="41992" y2="90234"/>
                        <a14:backgroundMark x1="41992" y1="90234" x2="54053" y2="89502"/>
                        <a14:backgroundMark x1="54053" y1="89502" x2="38330" y2="89160"/>
                        <a14:backgroundMark x1="19141" y1="89648" x2="22656" y2="88623"/>
                        <a14:backgroundMark x1="52930" y1="89453" x2="57324" y2="89355"/>
                        <a14:backgroundMark x1="93907" y1="14802" x2="92920" y2="25146"/>
                        <a14:backgroundMark x1="92920" y1="25146" x2="96826" y2="36768"/>
                        <a14:backgroundMark x1="96826" y1="36768" x2="93701" y2="56934"/>
                        <a14:backgroundMark x1="93701" y1="56934" x2="93896" y2="42920"/>
                        <a14:backgroundMark x1="93896" y1="42920" x2="98291" y2="36230"/>
                        <a14:backgroundMark x1="95605" y1="19873" x2="92627" y2="37061"/>
                        <a14:backgroundMark x1="92627" y1="37061" x2="95752" y2="57861"/>
                        <a14:backgroundMark x1="95752" y1="57861" x2="94287" y2="61670"/>
                        <a14:backgroundMark x1="94971" y1="63818" x2="95264" y2="61865"/>
                        <a14:backgroundMark x1="94922" y1="63525" x2="95703" y2="60840"/>
                        <a14:backgroundMark x1="95020" y1="62939" x2="94434" y2="62988"/>
                        <a14:backgroundMark x1="94922" y1="62744" x2="95264" y2="62207"/>
                        <a14:backgroundMark x1="95605" y1="61670" x2="95361" y2="62305"/>
                        <a14:backgroundMark x1="96240" y1="32861" x2="96777" y2="20068"/>
                        <a14:backgroundMark x1="96777" y1="20068" x2="92969" y2="18311"/>
                        <a14:backgroundMark x1="90992" y1="10212" x2="91895" y2="10889"/>
                        <a14:backgroundMark x1="83496" y1="4590" x2="90859" y2="10112"/>
                        <a14:backgroundMark x1="90600" y1="10273" x2="87891" y2="8984"/>
                        <a14:backgroundMark x1="91895" y1="10889" x2="91260" y2="10587"/>
                        <a14:backgroundMark x1="91764" y1="11292" x2="92529" y2="11572"/>
                        <a14:backgroundMark x1="93258" y1="15237" x2="97607" y2="21729"/>
                        <a14:backgroundMark x1="97607" y1="21729" x2="96094" y2="32080"/>
                        <a14:backgroundMark x1="96094" y1="32080" x2="96777" y2="31445"/>
                        <a14:backgroundMark x1="95020" y1="62793" x2="95313" y2="65381"/>
                        <a14:backgroundMark x1="95703" y1="48926" x2="96582" y2="53613"/>
                        <a14:backgroundMark x1="96853" y1="71779" x2="97070" y2="72607"/>
                        <a14:backgroundMark x1="94629" y1="63281" x2="95433" y2="66353"/>
                        <a14:backgroundMark x1="95898" y1="65283" x2="95801" y2="62646"/>
                        <a14:backgroundMark x1="95898" y1="63770" x2="96484" y2="66650"/>
                        <a14:backgroundMark x1="96191" y1="60791" x2="94971" y2="60889"/>
                        <a14:backgroundMark x1="96045" y1="64502" x2="97070" y2="66357"/>
                        <a14:backgroundMark x1="96533" y1="65918" x2="96758" y2="68746"/>
                        <a14:backgroundMark x1="97217" y1="66357" x2="97559" y2="70703"/>
                        <a14:backgroundMark x1="96924" y1="66357" x2="96924" y2="70215"/>
                        <a14:backgroundMark x1="97070" y1="65723" x2="96951" y2="69612"/>
                        <a14:backgroundMark x1="97900" y1="68115" x2="99658" y2="80273"/>
                        <a14:backgroundMark x1="99658" y1="80273" x2="98438" y2="68652"/>
                        <a14:backgroundMark x1="98438" y1="68652" x2="98096" y2="80518"/>
                        <a14:backgroundMark x1="98096" y1="80518" x2="97656" y2="79297"/>
                        <a14:backgroundMark x1="97119" y1="81982" x2="95898" y2="84229"/>
                        <a14:backgroundMark x1="96924" y1="84375" x2="97900" y2="790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278" y="1325573"/>
            <a:ext cx="4697295" cy="469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3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6704</TotalTime>
  <Words>184</Words>
  <Application>Microsoft Office PowerPoint</Application>
  <PresentationFormat>宽屏</PresentationFormat>
  <Paragraphs>68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Comic Sans MS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劭华 薛</dc:creator>
  <cp:lastModifiedBy>XUE Shaohua</cp:lastModifiedBy>
  <cp:revision>15</cp:revision>
  <dcterms:created xsi:type="dcterms:W3CDTF">2025-12-20T08:47:33Z</dcterms:created>
  <dcterms:modified xsi:type="dcterms:W3CDTF">2026-04-24T15:41:07Z</dcterms:modified>
</cp:coreProperties>
</file>